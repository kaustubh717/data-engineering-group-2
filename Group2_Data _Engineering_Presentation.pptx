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77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09728" cy="50063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Automated,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Data Pipeline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2: Data Orchestrators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 Prakash Kethineni  ·  Kaustubh  ·  Niranjan  ·  Manav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 ·  Polyglot Persistence  ·  Orchestration  ·  Prefect  ·  MySQL  ·  MongoDB  ·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BI tools fall short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9144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 data is unstructured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91440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1430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a single city council transcript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9144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1430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possible on raw text blobs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automatically extracts text from city council records, engineers measurable metrics from it, and stores it in a highly queryable format — enabling BI analysis on previously unstructured governance data.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pipeline from raw data to analytics dashboard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3035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05840"/>
            <a:ext cx="3108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60720" y="1005840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0" y="10607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298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— DAG scheduling, retries, monitoring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764792"/>
            <a:ext cx="3108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60720" y="1764792"/>
            <a:ext cx="73152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0" y="1819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Processing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057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 — extraction, cleaning, feature engineering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523744"/>
            <a:ext cx="3108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60720" y="2523744"/>
            <a:ext cx="7315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0" y="2578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Polyglot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28163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(metadata) + MongoDB (transcripts)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282696"/>
            <a:ext cx="3108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60720" y="3282696"/>
            <a:ext cx="73152" cy="65836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0" y="3337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35753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run_logger + on_completion / on_failure hooks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4041648"/>
            <a:ext cx="3108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760720" y="4041648"/>
            <a:ext cx="73152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0" y="4096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Visualization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0" y="43342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Streamlit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ETL Paradigm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Extract, Transform, Load — the industry standard for data warehousing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286000" cy="2011680"/>
          </a:xfrm>
          <a:prstGeom prst="rect">
            <a:avLst/>
          </a:prstGeom>
          <a:solidFill>
            <a:srgbClr val="161B22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25880" y="11887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258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 from source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(Excel file, API, DB)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057400"/>
            <a:ext cx="4572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9385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286000" cy="2011680"/>
          </a:xfrm>
          <a:prstGeom prst="rect">
            <a:avLst/>
          </a:prstGeom>
          <a:solidFill>
            <a:srgbClr val="161B22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1188720"/>
            <a:ext cx="731520" cy="7315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 &amp; engineer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analytical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2057400"/>
            <a:ext cx="4572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7880" y="19385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286000" cy="2011680"/>
          </a:xfrm>
          <a:prstGeom prst="rect">
            <a:avLst/>
          </a:prstGeom>
          <a:solidFill>
            <a:srgbClr val="161B22"/>
          </a:solidFill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731520" cy="7315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122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350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5040" y="2377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structured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target databases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337560"/>
            <a:ext cx="91440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429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ETL over ELT?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raw, 10,000-word uncleaned strings directly into a relational database is highly inefficient. By transforming in-memory first, we ensure clean, structured data reaches MySQL and only the heavy unstructured text goes to MongoDB.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Ingesting and integrity-checking the source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029200" cy="29260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0058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r>
              <a:rPr lang="en-US" sz="12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"Ingest &amp; Clean Data"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extract_data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read_excel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(EXCEL_PATH)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df.columns = df.columns.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df.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(subset=[</a:t>
            </a:r>
            <a:r>
              <a:rPr lang="en-US" sz="12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'uid'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051560"/>
            <a:ext cx="31089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124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Pandas read_excel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43560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file reading — faster than row-by-row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011680"/>
            <a:ext cx="31089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0644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Header standardization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23957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 &amp; lowercase all column names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971800"/>
            <a:ext cx="31089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06440" y="3044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dropna(subset=['uid'])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33558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corrupted rows missing a Unique ID — protects DB integrity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4114800"/>
            <a:ext cx="84124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analytical variables from raw unstructured 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block of text tells you nothing. Numbers tell you everything."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0604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words of meeting minutes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60604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06240" y="2423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3063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342900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numeric word count per transcript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0604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24231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3063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char_length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42900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character length for data quality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154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➜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31546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➜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Calculating Text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Lambda functions that run during the Transformation phase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82396"/>
            <a:ext cx="502920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0058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9012"/>
            <a:ext cx="4754880" cy="151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"word_count"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2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"transcript"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astype(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 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x: len(</a:t>
            </a:r>
            <a:r>
              <a:rPr lang="en-US" sz="1250" dirty="0" err="1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</a:t>
            </a:r>
            <a:r>
              <a:rPr lang="en-US" sz="125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"char_length"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2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"transcript"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astype(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Result: Word Count vs. Character Length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82" y="3520440"/>
            <a:ext cx="5029200" cy="1508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0" y="1051560"/>
            <a:ext cx="31089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669280" y="105156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33872" y="1124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33872" y="14173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functions applied to every row in-memory during Transform phase — before any DB write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2039112"/>
            <a:ext cx="31089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0" y="2039112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33872" y="2112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len(x.split())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33872" y="24048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string on whitespace and counts resulting tokens — exact word count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3026664"/>
            <a:ext cx="31089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669280" y="3026664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33872" y="3099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apply(len)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33872" y="33924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total character count directly from the string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0" y="4014216"/>
            <a:ext cx="310896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669280" y="4014216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33872" y="4087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DB overhead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833872" y="43799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metrics computed in-memory before data ever touches MySQL or MongoDB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right database model for each type of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—  Relational (SQL)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Lightning-fast aggregations &amp; JOINs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Perfect for numeric metadata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Ideal for BI dashboards &amp; KPIs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7066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ACID compliant — data integrity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Terrible for 10,000-word text blobs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5112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VARCHAR limits &amp; performance issues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9319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—  Document (NoSQL)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Native support for large text documents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0" y="19385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Schema-flexible — no rigid columns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32257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Stores full transcript as one document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0" y="27066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Full-text search capable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0" y="31272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Slower for numeric aggregations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0" y="35112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optimized for JOIN operations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389120"/>
            <a:ext cx="9144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44531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Split the data stream — route structured metadata to MySQL, heavy transcripts to MongoDB.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Workload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Routing data to the right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— Structured Metadata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3657600" cy="2484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uid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VARCHAR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Primary Key — links to MongoDB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summary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TEXT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Short meeting summary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word_count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Engineered 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char_length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INT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Engineered 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loaded_at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DATETIME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ETL timestamp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7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 MongoDB — Transcripts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463040"/>
          <a:ext cx="3657600" cy="246888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Field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uid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Links to MySQL metadata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transcript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Full 10,000-word text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city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Municipality name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loaded_at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</a:rPr>
                        <a:t>ETL timestamp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11480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97316"/>
                </a:solidFill>
              </a:rPr>
              <a:t>⇄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160520" y="29077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tables share the same uid primary key, enabling JOIN queries between MySQL analytics and MongoDB transcripts.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Idempotency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data engineering concept for production-grade pipelines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60320" y="1078992"/>
            <a:ext cx="6035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 that can run 100 times will produce the same result as running it once. Pipelines must never duplicate data if they accidentally execute twice.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3931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39319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The Bug We Found During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ran twice → duplicate rows inserted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hit 300 records instead of 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aggregations and KPIs were wrong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truncation before insert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39319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2240280"/>
            <a:ext cx="3931920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Idempotent Fix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 before every MySQL insert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collection.delete_many({}) for MongoDB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always exactly 100 records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safe to re-run at any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29992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4389120"/>
            <a:ext cx="9144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4531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Database stabilized at exactly 100 records. Metrics are always accurate, regardless of how many times the pipeline runs.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Idempotent Loaders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3b — TRUNCATE-before-insert pattern for both databases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0058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MYSQL — Idempotent Loader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</a:t>
            </a: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"TRUNCATE TABLE meetings_metadata;"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insert_query = </a:t>
            </a: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meetings_metadata
    (uid, summary, word_count, char_length, loaded_at)
    VALUES (%s, %s, %s, %s, %s)"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_, row in df.</a:t>
            </a: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iterrows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cursor.</a:t>
            </a: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(insert_query, (...))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MONGODB — Idempotent Loader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</a:t>
            </a: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delete_many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({})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Wipe all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15968"/>
            <a:ext cx="8412480" cy="594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0" y="1051560"/>
            <a:ext cx="31089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69280" y="1051560"/>
            <a:ext cx="64008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33872" y="110642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TABLE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33872" y="138074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the MySQL table instantly — faster than DELETE, resets auto-increment counter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1856232"/>
            <a:ext cx="31089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69280" y="1856232"/>
            <a:ext cx="64008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33872" y="191109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delete_many({})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33872" y="218541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documents from MongoDB collection — empty filter {} matches everything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69280" y="2660904"/>
            <a:ext cx="31089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69280" y="2660904"/>
            <a:ext cx="64008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33872" y="271576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insert loop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33872" y="299008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wipe, re-inserts all 100 rows fresh — guarantees consistent state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0" y="3465576"/>
            <a:ext cx="31089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69280" y="3465576"/>
            <a:ext cx="64008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33872" y="35204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Records Confirmed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33872" y="37947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verifies exactly 100 meetings processed — not 200, not 300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the core requirement for production data pipelines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manual Python scripts is not scalable. Orchestration tools manage scheduling, dependency mapping, failure recovery, and monitoring of complex multi-step tasks automatically.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606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Native 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@task and @flow decorators — no YAML config, no separate DSL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240280"/>
            <a:ext cx="2606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2350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DAG Visualization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task dependency graph with real-time status monitoring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606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2350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Retry Logic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69748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retries with configurable delay — self-healing pipelines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2606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67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Scheduling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and interval-based deployments with zero code changes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3657600"/>
            <a:ext cx="2606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3767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🪝  Event Hooks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41148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on_completion and on_failure callbacks for admin alerts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3657600"/>
            <a:ext cx="2606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3767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Prefect Cloud UI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41148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for monitoring all runs and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Directed Acyclic Graph (DAG)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Dependency mapping with Prefect @task blocks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38912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0058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41148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"Group 2 ETL Pipeline"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meeting_pipeline_flow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 = </a:t>
            </a: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extract_data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 = </a:t>
            </a: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transform_data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Concurrent loading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mysql_s = </a:t>
            </a: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load_mysql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(clean)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mongo_s = </a:t>
            </a: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load_mongodb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(clean)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analytics_summary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wait_for=[mysql_s, mongo_s])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3886200" cy="2514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4041648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4041648"/>
            <a:ext cx="91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" y="410565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DAG proves: MySQL and MongoDB load in parallel, but the Analytics task is gated — it cannot start until both databases report 100% success.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pipelines must be self-healing, not brittle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databases time out and network requests drop. A brittle pipeline crashes and requires manual intervention. A resilient pipeline catches errors and tries again automatically.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93192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39319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Brittle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connection drops → pipeline crashes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partially loaded (corrupt state)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gets paged at 3 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re-run required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failed or why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148840"/>
            <a:ext cx="393192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2148840"/>
            <a:ext cx="3931920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2148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Resilient Pipeline (Ours)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578608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drops → Prefect pauses 5 seconds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(up to 2 attempts)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alert fires via on_failure hook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loader ensures clean state on retry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log available in Prefect Cloud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32461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97316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Retries &amp; Event Hooks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5a — Self-healing pipeline with admin notifications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84632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0058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(retries=</a:t>
            </a: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retry_delay_seconds=</a:t>
            </a: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load_mysql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(df): ...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on_pipeline_success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(flow, params, result):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notify_admin(</a:t>
            </a: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"✅ ETL Completed"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on_pipeline_failure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(flow, params, result):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notify_admin(</a:t>
            </a: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"🚨 ETL Failed"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(on_completion=[...],
 on_failure=[...])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meeting_pipeline_flow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...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04488"/>
            <a:ext cx="4846320" cy="804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1371600"/>
            <a:ext cx="33375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40680" y="13716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96128" y="14356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retries=2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96128" y="172821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MySQL task fails, Prefect automatically retries up to 2 more times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40680" y="2249424"/>
            <a:ext cx="33375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40680" y="2249424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96128" y="23134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retry_delay_seconds=5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96128" y="260604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pause between retries — gives the DB time to recover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40680" y="3127248"/>
            <a:ext cx="33375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440680" y="3127248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96128" y="31912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on_completion hook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596128" y="348386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entire pipeline succeeds — sends admin success notification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40680" y="4005072"/>
            <a:ext cx="33375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440680" y="4005072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96128" y="4069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on_failure hook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596128" y="436168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if pipeline fails after all retries — immediate admin alert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 Scheduling Deployments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5b — Zero human intervention with CRON and interval schedules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6634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0058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CRON-based daily sync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= meeting_pipeline_flow.</a:t>
            </a: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to_deployment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</a:t>
            </a: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"Daily-Morning-Sync"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cron="0 5 * * *"</a:t>
            </a: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5:00 AM
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Interval-based backup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= meeting_pipeline_flow.</a:t>
            </a: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to_deployment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</a:t>
            </a: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"Bi-Daily-Backup"</a:t>
            </a: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interval=</a:t>
            </a: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43200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18688"/>
            <a:ext cx="4663440" cy="1673352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9" y="1371600"/>
            <a:ext cx="3784963" cy="3520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4754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Cloud — Live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Streamlit Analytics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ETL results accessible to non-technical business users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8412480" cy="1069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0299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 Volume: Meetings per City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31720"/>
            <a:ext cx="420624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20299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Content Depth: Avg Word Count per City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331720"/>
            <a:ext cx="4206240" cy="14630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365760" y="3931920"/>
            <a:ext cx="91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594360" y="4005072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Insight: 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had the highest volume (50 meetings), but </a:t>
            </a: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had the deepest content (~5,100 avg words/meeting)</a:t>
            </a: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means King County produced fewer but more substantive council sessions.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Verification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 proves extraction scripts worked without corrupting strings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841248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407408"/>
            <a:ext cx="841248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4407408"/>
            <a:ext cx="91440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44805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linear correlation between word_count and char_length confirms our Lambda extraction functions ran correctly — no strings were truncated, duplicated, or corrupted.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Monitoring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all pipeline runs and task performance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2120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051560"/>
            <a:ext cx="14630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06440" y="1280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89788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Flow Runs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06640" y="1051560"/>
            <a:ext cx="14630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06640" y="1280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49808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Task Runs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2697480"/>
            <a:ext cx="14630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06440" y="2926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89788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06640" y="2697480"/>
            <a:ext cx="146304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06640" y="2926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749808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 Pools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0" y="4315968"/>
            <a:ext cx="3108960" cy="5943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5760" y="43159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ran 21 times during development and testing — Prefect logged every run, task, and retry event.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2: Data Orchestrators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Polyglot Storage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81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structured metadata + MongoDB for transcripts — best of both worlds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56048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DAG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5819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dependency graph with concurrent MySQL/MongoDB loading + sequential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Idempotent Pipeline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2770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TRUNCATE-before-insert pattern — safe to re-run, always exactly 100 records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56048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Scheduled Deployments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2770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Daily-Morning-Sync (CRON 5AM) + Bi-Daily-Backup (12hr interval) — zero manual runs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Fault Tolerance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39593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retries=2, retry_delay=5s, on_failure hooks — self-healing production architecture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416052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56048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Analytics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56048" y="39593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+ SQLAlchemy BI layer — data accessible to non-technical stakeholders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— we are open for questions.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2015</Words>
  <Application>Microsoft Macintosh PowerPoint</Application>
  <PresentationFormat>On-screen Show (16:9)</PresentationFormat>
  <Paragraphs>316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Polyglot Data Pipeline</dc:title>
  <dc:subject>PptxGenJS Presentation</dc:subject>
  <dc:creator>Group 2: Data Orchestrators</dc:creator>
  <cp:lastModifiedBy>Venkatarajulu, Niranjan (Stud SRH-University)</cp:lastModifiedBy>
  <cp:revision>4</cp:revision>
  <dcterms:created xsi:type="dcterms:W3CDTF">2026-02-20T06:02:51Z</dcterms:created>
  <dcterms:modified xsi:type="dcterms:W3CDTF">2026-02-20T06:17:39Z</dcterms:modified>
</cp:coreProperties>
</file>